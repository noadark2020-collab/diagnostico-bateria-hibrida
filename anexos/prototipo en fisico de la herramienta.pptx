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96D22-9A85-4CE0-B051-2813F63BE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10B039-A3F4-4D89-91BF-00D4771AC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BDB551-A1BB-4F7B-B8F0-091D30030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C52C-0001-4213-8C11-A952D2A6E4E3}" type="datetimeFigureOut">
              <a:rPr lang="es-PE" smtClean="0"/>
              <a:t>22/04/2026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E6453D-C780-4BF6-B402-E5BB12C6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04A10D-B6AB-4DFF-B1C5-2E4D67069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C6AB-2447-4882-AFC8-FC02E98391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926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F383C-4DA1-4502-84FE-6A131CA2F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605B45-8F28-4BBD-A2C1-3947C6213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077E9E-9E9B-4F80-8FD4-702FF701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C52C-0001-4213-8C11-A952D2A6E4E3}" type="datetimeFigureOut">
              <a:rPr lang="es-PE" smtClean="0"/>
              <a:t>22/04/2026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8AF550-5EA9-44CC-8C99-B9BBE7A2E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173FC5-FA5F-4F21-A4CF-026973CD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C6AB-2447-4882-AFC8-FC02E98391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610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EC746-A63C-43CC-9294-001FE57C7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41EB0C-9260-4A09-A9AA-FC3E78A48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ED88D2-949D-4034-B8EC-ED2F3CDF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C52C-0001-4213-8C11-A952D2A6E4E3}" type="datetimeFigureOut">
              <a:rPr lang="es-PE" smtClean="0"/>
              <a:t>22/04/2026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9EAA32-1DDE-49A9-9932-0AA43CFF0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526CC7-AABD-4B2A-BC5B-2A258A65F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C6AB-2447-4882-AFC8-FC02E98391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253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135D8-8F21-4B7C-8B77-CD53EC074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4E75FF-FEE5-4E6C-8695-41CCF972F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FA0517A-69AA-4313-8662-65401D6AE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940494-36E0-4B1A-9B6B-AB31D92EA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C52C-0001-4213-8C11-A952D2A6E4E3}" type="datetimeFigureOut">
              <a:rPr lang="es-PE" smtClean="0"/>
              <a:t>22/04/2026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70A41E-B6D7-45F3-8B4E-85F3A83A4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F6ADC1-22B4-4D03-AE1A-879E2472D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C6AB-2447-4882-AFC8-FC02E98391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0777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DE813-D43C-42AA-B043-0A188325F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7F9031-250A-4AFA-B08B-9FE8710D6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B863ED-F54C-4053-BC15-2B84C382C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AE112F-B0D7-49F9-8924-2E8D3AE38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000EF5F-7747-4C4A-9368-43B8BD18B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856447-4E92-4D32-A8B0-EE7CE15F2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C52C-0001-4213-8C11-A952D2A6E4E3}" type="datetimeFigureOut">
              <a:rPr lang="es-PE" smtClean="0"/>
              <a:t>22/04/2026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B2F1B20-6135-4233-B113-A46EB568E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421466-0AC6-4521-9407-5BD8C791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C6AB-2447-4882-AFC8-FC02E98391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0751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321EC-5D9E-44CC-8D5D-EA8211472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90C58EE-ACB0-48F9-B7B1-9ED708640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C52C-0001-4213-8C11-A952D2A6E4E3}" type="datetimeFigureOut">
              <a:rPr lang="es-PE" smtClean="0"/>
              <a:t>22/04/2026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C07B6C7-0B0C-4EA4-B681-26E6730EC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E75D3E-45B2-4825-B588-F96D83FC1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C6AB-2447-4882-AFC8-FC02E98391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18310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6CA1986-4C09-41D7-ABDF-F9C58778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C52C-0001-4213-8C11-A952D2A6E4E3}" type="datetimeFigureOut">
              <a:rPr lang="es-PE" smtClean="0"/>
              <a:t>22/04/2026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7FD392-4497-4BF4-BF6E-94350BBF4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74C8A5-BFA9-44A5-B195-3D7092C86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C6AB-2447-4882-AFC8-FC02E98391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71393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CF9AA-B1FB-43FD-BA0E-A32751A01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FF9517-538E-44DA-96A4-091F7EA60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9894D3-6581-465B-A6DE-0CAB5763C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95EE15-5194-427E-89E6-3EE86B7C0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C52C-0001-4213-8C11-A952D2A6E4E3}" type="datetimeFigureOut">
              <a:rPr lang="es-PE" smtClean="0"/>
              <a:t>22/04/2026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AC9420-4720-4216-8722-087946FBB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3E4628-E46C-4D88-BE9A-89ADBAF66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C6AB-2447-4882-AFC8-FC02E98391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0021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5ED04-FCFE-437D-A48F-D7C32519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535CF2-5676-43C0-94DD-76619A4359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CBC82D-FFE0-456E-8585-F600C89CA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0703FE-274E-4660-9B71-89DB6C346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C52C-0001-4213-8C11-A952D2A6E4E3}" type="datetimeFigureOut">
              <a:rPr lang="es-PE" smtClean="0"/>
              <a:t>22/04/2026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A61B6-783B-4A1A-8497-AD9CC890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9D170A-C4E2-4A7A-9716-4594AA26D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C6AB-2447-4882-AFC8-FC02E98391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5339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3C292-B5F8-40EA-8584-A06542F34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9AA717-B650-41EB-9B6E-8792EFFA3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3F5EFE-4C4B-446F-A2E9-9D3F2753B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C52C-0001-4213-8C11-A952D2A6E4E3}" type="datetimeFigureOut">
              <a:rPr lang="es-PE" smtClean="0"/>
              <a:t>22/04/2026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A35ACB-5676-4F26-9041-DA6D5101B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66DAA4-0B15-4AB8-B0CE-B81CD7B8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C6AB-2447-4882-AFC8-FC02E98391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611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57F8B5-2CBE-41AA-AA73-4C3FFFC7F0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31B38F-CB25-4C83-878B-6C789ED48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207B90-20B9-4BEA-9747-38CE3B019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C52C-0001-4213-8C11-A952D2A6E4E3}" type="datetimeFigureOut">
              <a:rPr lang="es-PE" smtClean="0"/>
              <a:t>22/04/2026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3C4ADE-5096-4D08-8BAA-332D7A269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1992F1-4094-4435-83CA-287E911A9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C6AB-2447-4882-AFC8-FC02E98391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122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DE5CDA7-BEC6-4B40-BED9-B593995B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4E37F7-3BF5-4BEC-98F9-D3FA90187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57BCDE-A0DC-482A-B34A-5329A58E9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CC52C-0001-4213-8C11-A952D2A6E4E3}" type="datetimeFigureOut">
              <a:rPr lang="es-PE" smtClean="0"/>
              <a:t>22/04/2026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655626-221C-45E3-8C1B-D41B7973E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C060CE-628E-4400-BE25-5373B8415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CC6AB-2447-4882-AFC8-FC02E98391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855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1E0C954-1595-4F67-B6C0-142C541C5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551" y="601735"/>
            <a:ext cx="8740897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91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77B2C06-8FA4-4242-8EDB-9FF8C080E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1" y="0"/>
            <a:ext cx="93501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02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66FEB0-33E3-4FA4-B66C-2CFA84C38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615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D0C44FD-946E-44F7-8F29-7CAFDE197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256" y="354063"/>
            <a:ext cx="7925487" cy="61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435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7FC5B40-F2EB-45A0-B3EC-3FE9EACE0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291" y="563631"/>
            <a:ext cx="8047417" cy="57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517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C245395-3196-481F-9249-45D9771A1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653" y="380736"/>
            <a:ext cx="7780694" cy="609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745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FF5E7CF-C680-4EB1-A7AC-715C3F504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359" y="475994"/>
            <a:ext cx="7407282" cy="59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432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789CB49-FE67-45A0-9B55-641FE3F63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631" y="971337"/>
            <a:ext cx="5730737" cy="49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249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97AB00C-BFD0-4AD8-82CD-16B426EF4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824" y="620786"/>
            <a:ext cx="7064352" cy="561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30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E5E41D3-1A78-42F6-8C3A-4C1E3B5A9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065" y="723665"/>
            <a:ext cx="7033870" cy="54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763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E7CD749-77E4-472E-B3D7-36BAE4E38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412" y="818924"/>
            <a:ext cx="8253175" cy="52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838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Panorámica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X202327665 (Huamani Laupa,Elver)</dc:creator>
  <cp:lastModifiedBy>X202327665 (Huamani Laupa,Elver)</cp:lastModifiedBy>
  <cp:revision>3</cp:revision>
  <dcterms:created xsi:type="dcterms:W3CDTF">2026-04-22T03:59:22Z</dcterms:created>
  <dcterms:modified xsi:type="dcterms:W3CDTF">2026-04-23T04:17:06Z</dcterms:modified>
</cp:coreProperties>
</file>